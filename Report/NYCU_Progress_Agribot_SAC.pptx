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Today I will show three things. First, why the simulation failed before and how I fixed it. Second, the final simulation results. Third, the first test on the real robot.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 will keep it in this order, so the reason behind the improvement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Last time I reported that I was tuning the reward function. That was the wrong direction. The real problem was in the robot model, not in the reward.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robot turned opposite to the command, so every correction made the error bigger. I found it by comparing the measured turn rate with the formula: the ratio was minus 0.96 — correct size, wrong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model used a robot 2.6 times smaller than the real one. So the simulation was solving the wrong problem. I took the true values from the robot control code and retrained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Each block has one job. The kinematics moves the robot, the observation describes the situation, the reward judges it, the termination stops the run, and the curriculum defines the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values come from geometry, one from the farming accuracy requirement, one from a sensitivity test, and one prevents a degenerate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 a straight path the deviation is under 7 centimetres. On the sharpest turn it is 29 centimetres, but 23 of those centimetres are impossible to avoid — the turn is tighter than the robot can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software side worked. The robot itself moves in a start-stop pattern, which is a hardware-side problem, not a control problem. Rain ended the session before I could finish the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If none of the three explains it, the cause is outside my control program, and I will check the motor controller and the steering mechanics. The goal for next session is autonomous driving in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Yang Ming Chiao Tung University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Path Following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4-Wheel Steering Farm Robot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 ·  King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in this presentation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176272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wrong before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487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errors found in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593592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now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90448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after the fix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010912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on the robot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3218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field trial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time, I thought it was a tuning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not. The model itself was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BECE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believed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weights were badly chosen, so I kept adjusting numbers.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reward versions tried.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solved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true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errors in the robot model made the task impossible to learn.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them,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learned in one run.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1: the robot steered the wrong 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sign in the motion equation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BECE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omega = v / r_c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331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radius is always positive → direction lost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3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omega = sign(b) * v / r_c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886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restored → robot turns as commanded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turn rate divided by the formula gave  −0.961  :  right size, wrong direction.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2: the real robot is much larger than modelled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values came from the robot control code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383280"/>
                <a:gridCol w="3474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assumed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width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turn radius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2.245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51663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cannot turn as tightly as I assumed. All earlier results were invalid, so every stage was retrained from the start.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 of the controller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after the last review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Kinematics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Computes how the robot body moves from the steering angles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what the agent sees: deviation, heading error, path ahead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progress, heading alignment and deviation at each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the run: goal reached, off track, or lost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path for each stage; training and testing use the same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has a reason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was chosen by trial and error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comes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steering  20.96°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Geometry: the inner wheel reaches its 31.2° limit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turn radius  2.245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Geometry: computed from wheelbase and track 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Off-track limit  0.5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the 0.10 m accuracy needed between crop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weight 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test: 1 → 3 → 6 → 7, no further gain after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speed  0.2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the agent from choosing to stand still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now follows the path accurately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F0F2F6"/>
          </a:solidFill>
          <a:ln w="12700">
            <a:solidFill>
              <a:srgbClr val="D5DCE8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3566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trajectory + CTE plot 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1097280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0.066 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on a straight path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3200400"/>
            <a:ext cx="4480560" cy="1097280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 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on the sharpest turn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4480560"/>
            <a:ext cx="4480560" cy="1097280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6092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 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unavoidable by any controller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5760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turn is tighter than the robot can physically follow, so the agent is only 0.06 m above the geometric limit.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field trial: the robot moved, but not smoothly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6060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program ran on the robot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link established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drove and steered on command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worked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BECE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6060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moves in a start–stop pattern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at every speed, both directions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exists of this robot moving smoothly, but that program was not kept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short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6060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stopped the trial early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calibration not done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sensing not done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session: three things to 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cause at a time, in this order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12848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commands more often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20 per second. Try 50, 100, 200.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355848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heartbeat byte fixed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337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controller may use it as a safety check.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7F9FD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failed transmissions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program hid them.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 w="9525">
            <a:solidFill>
              <a:srgbClr val="DFE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6692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the next session: the robot follows the L-shaped path on its own in the field.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2026-09-28T13:00:28Z</dcterms:created>
  <dcterms:modified xsi:type="dcterms:W3CDTF">2026-09-28T13:00:28Z</dcterms:modified>
</cp:coreProperties>
</file>